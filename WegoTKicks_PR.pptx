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65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WGK</a:t>
            </a:r>
            <a:r>
              <a:rPr lang="en-US" sz="9600" b="1" kern="0" spc="800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WegoTKicks PR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E-commerce de Sneakers Certificados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2286000" cy="457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Fidélitas  ·  SC-403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 Aguilar  ·  Josué García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dirty="0">
                <a:solidFill>
                  <a:srgbClr val="2A2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WegoTKicks PR?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WegoTKicks PR es una tienda online especializada en sneakers certificados legit, dirigida al mercado de Puerto Rico.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 ante la necesidad de modernizar la plataforma existente y mejorar la experiencia de compra tanto en móvil como en computadora.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0233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54864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1563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819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web existente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258568"/>
            <a:ext cx="40233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258568"/>
            <a:ext cx="54864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569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adaptado a todos los dispositivos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08376"/>
            <a:ext cx="40233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3008376"/>
            <a:ext cx="54864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Google OAuth2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758184"/>
            <a:ext cx="40233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758184"/>
            <a:ext cx="54864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automática de PDF al pagar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dirty="0">
                <a:solidFill>
                  <a:srgbClr val="2A2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&amp; Funcionalidades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utilizadas y características principales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6596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965960" cy="640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508760"/>
            <a:ext cx="196596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51760" y="1508760"/>
            <a:ext cx="1965960" cy="640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61488" y="1627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Thymeleaf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196596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1965960" cy="640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6048" y="1627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508760"/>
            <a:ext cx="196596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1508760"/>
            <a:ext cx="1965960" cy="640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0608" y="1627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27432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responsivo con filtro por marca y búsqueda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697480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27432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Agregar, eliminar, vaciar y pagar con PDF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10712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410712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sneakers y marcas con subida de imágenes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10712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410712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pedidos por usuario en base de datos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123944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123944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" y="4169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398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+ Google OAuth2 integrado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123944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4123944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10912" y="4169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10912" y="4398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sneaker con selector de tallas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WGK</a:t>
            </a:r>
            <a:r>
              <a:rPr lang="en-US" sz="7000" b="1" kern="0" spc="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Rico's #1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Sneaker Destination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pares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verificados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566160"/>
            <a:ext cx="1645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Fidélitas ·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457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del Proyecto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logró implementar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463040"/>
            <a:ext cx="4754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5486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5196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5544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funcional con catálogo, carrito y pago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029968"/>
            <a:ext cx="4754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0" y="2029968"/>
            <a:ext cx="5486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121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administración completo (sneakers y marcas)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2596896"/>
            <a:ext cx="4754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0" y="2596896"/>
            <a:ext cx="5486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5196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6883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dual: formulario + Google OAuth2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3163824"/>
            <a:ext cx="4754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0" y="3163824"/>
            <a:ext cx="5486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5196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32552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facturas PDF automáticas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3730752"/>
            <a:ext cx="4754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0" y="3730752"/>
            <a:ext cx="5486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5196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822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pedidos persistente en base de 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</Words>
  <Application>Microsoft Office PowerPoint</Application>
  <PresentationFormat>Presentación en pantalla (16:9)</PresentationFormat>
  <Paragraphs>66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Arial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WegoTKicks PR</dc:title>
  <dc:subject>PptxGenJS Presentation</dc:subject>
  <dc:creator>PptxGenJS</dc:creator>
  <cp:lastModifiedBy>AGUILAR BRENES IAN GABRIEL</cp:lastModifiedBy>
  <cp:revision>2</cp:revision>
  <dcterms:created xsi:type="dcterms:W3CDTF">2026-04-22T21:33:57Z</dcterms:created>
  <dcterms:modified xsi:type="dcterms:W3CDTF">2026-04-22T22:10:07Z</dcterms:modified>
</cp:coreProperties>
</file>